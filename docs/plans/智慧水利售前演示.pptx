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智慧水利视觉智能平台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一站式AI解决方案 | 让水利管理更智能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客户需求分析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解决方案概述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场景一：工程施工安全监管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场景二：水利设施安全巡查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场景三：水质监测与预警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产品核心优势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部署方案与服务保障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客户需求分析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业务背景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水利工程施工现场安全监管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大坝/河道/水库安全巡查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水质实时监测与污染预警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人工巡检效率低、覆盖有限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问题发现滞后，应急响应慢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客户特点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无技术团队，需零代码工具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倾向本地化部署，数据安全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需全新建设完整方案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有AI专项预算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解决方案概述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一站式视觉智能平台：从数据采集到AI部署全流程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无需编程基础，Web界面全流程操作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私有化部署，数据完全留存本地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支持国产操作系统与芯片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6-9周完成从0到上线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场景一：工程施工安全监管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业务需求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施工人员是否佩戴安全帽？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是否有人员进入危险区域？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施工现场是否存在违规行为？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工程车辆进出是否合规？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我们的方案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安全帽/反光衣检测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禁区入侵实时预警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施工车辆进出统计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人员活动热力图分析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支持多路视频同时分析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场景二：水利设施安全巡查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业务需求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大坝表面是否有裂缝、破损？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河道护坡是否完好？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水库闸门是否正常开启？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是否有漂浮物堆积？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我们的方案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图像缺陷自动识别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对比历史影像变化检测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河道漂浮物/非法建筑检测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SAM辅助快速标注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支持无人机/机器人图像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场景三：水质监测与预警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业务需求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水体颜色异常是否意味着污染？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是否有偷排暗排行为？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饮用水源地是否有威胁？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蓝藻水华能否提前预警？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我们的方案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水体颜色异常分析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水面温度热力图预警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漂浮物/蓝藻/油污检测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实时监测，预警响应&lt;1分钟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可对接水质传感器数据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产品核心优势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零技术门槛：无需编码，点点鼠标完成全流程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私有化安全部署：数据不出内网，国产化适配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完整功能矩阵：标注/训练/推理/管理一体化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水利行业定制：预置水利模板、场景预训练模型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方案量化价值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巡检效率提升 5-10 倍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人力巡检成本降低 70% 以上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问题发现到预警 &lt; 1 分钟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7×24小时不间断智能监控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积累水利数据资产，支撑长期决策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部署方案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硬件建议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基础版：CPU服务器 × 1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标准版：GPU(RTX4080/4090) × 1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增强版：GPU × 2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旗舰版：GPU集群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实施周期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需求确认：1周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定制开发：2-4周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部署实施：1周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模型训练：1-2周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试运行：1周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合计：6-9周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服务保障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1年免费质保，7×24小时响应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每年2次免费现场巡检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终身免费版本升级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包含2次现场培训服务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可选增值服务：驻场支持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让我们携手推动智慧水利建设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